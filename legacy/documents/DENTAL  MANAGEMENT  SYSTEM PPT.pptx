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261" r:id="rId4"/>
    <p:sldId id="257" r:id="rId5"/>
    <p:sldId id="258" r:id="rId6"/>
    <p:sldId id="25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3" d="100"/>
          <a:sy n="73" d="100"/>
        </p:scale>
        <p:origin x="-1248"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27F339B5-3A39-4C5C-A3C6-F024B2E562CC}" type="datetimeFigureOut">
              <a:rPr lang="en-US" smtClean="0"/>
              <a:pPr/>
              <a:t>1/2/2020</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96587CAC-1091-43F7-90EC-F313F4741B0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27F339B5-3A39-4C5C-A3C6-F024B2E562CC}" type="datetimeFigureOut">
              <a:rPr lang="en-US" smtClean="0"/>
              <a:pPr/>
              <a:t>1/2/2020</a:t>
            </a:fld>
            <a:endParaRPr lang="en-US"/>
          </a:p>
        </p:txBody>
      </p:sp>
      <p:sp>
        <p:nvSpPr>
          <p:cNvPr id="9" name="Slide Number Placeholder 8"/>
          <p:cNvSpPr>
            <a:spLocks noGrp="1"/>
          </p:cNvSpPr>
          <p:nvPr>
            <p:ph type="sldNum" sz="quarter" idx="15"/>
          </p:nvPr>
        </p:nvSpPr>
        <p:spPr/>
        <p:txBody>
          <a:bodyPr rtlCol="0"/>
          <a:lstStyle/>
          <a:p>
            <a:fld id="{96587CAC-1091-43F7-90EC-F313F4741B05}"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27F339B5-3A39-4C5C-A3C6-F024B2E562CC}" type="datetimeFigureOut">
              <a:rPr lang="en-US" smtClean="0"/>
              <a:pPr/>
              <a:t>1/2/2020</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96587CAC-1091-43F7-90EC-F313F4741B0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7F339B5-3A39-4C5C-A3C6-F024B2E562CC}" type="datetimeFigureOut">
              <a:rPr lang="en-US" smtClean="0"/>
              <a:pPr/>
              <a:t>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587CAC-1091-43F7-90EC-F313F4741B05}"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27F339B5-3A39-4C5C-A3C6-F024B2E562CC}" type="datetimeFigureOut">
              <a:rPr lang="en-US" smtClean="0"/>
              <a:pPr/>
              <a:t>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587CAC-1091-43F7-90EC-F313F4741B05}"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27F339B5-3A39-4C5C-A3C6-F024B2E562CC}" type="datetimeFigureOut">
              <a:rPr lang="en-US" smtClean="0"/>
              <a:pPr/>
              <a:t>1/2/2020</a:t>
            </a:fld>
            <a:endParaRPr lang="en-US"/>
          </a:p>
        </p:txBody>
      </p:sp>
      <p:sp>
        <p:nvSpPr>
          <p:cNvPr id="7" name="Slide Number Placeholder 6"/>
          <p:cNvSpPr>
            <a:spLocks noGrp="1"/>
          </p:cNvSpPr>
          <p:nvPr>
            <p:ph type="sldNum" sz="quarter" idx="11"/>
          </p:nvPr>
        </p:nvSpPr>
        <p:spPr/>
        <p:txBody>
          <a:bodyPr rtlCol="0"/>
          <a:lstStyle/>
          <a:p>
            <a:fld id="{96587CAC-1091-43F7-90EC-F313F4741B05}"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F339B5-3A39-4C5C-A3C6-F024B2E562CC}" type="datetimeFigureOut">
              <a:rPr lang="en-US" smtClean="0"/>
              <a:pPr/>
              <a:t>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587CAC-1091-43F7-90EC-F313F4741B0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27F339B5-3A39-4C5C-A3C6-F024B2E562CC}" type="datetimeFigureOut">
              <a:rPr lang="en-US" smtClean="0"/>
              <a:pPr/>
              <a:t>1/2/2020</a:t>
            </a:fld>
            <a:endParaRPr lang="en-US"/>
          </a:p>
        </p:txBody>
      </p:sp>
      <p:sp>
        <p:nvSpPr>
          <p:cNvPr id="22" name="Slide Number Placeholder 21"/>
          <p:cNvSpPr>
            <a:spLocks noGrp="1"/>
          </p:cNvSpPr>
          <p:nvPr>
            <p:ph type="sldNum" sz="quarter" idx="15"/>
          </p:nvPr>
        </p:nvSpPr>
        <p:spPr/>
        <p:txBody>
          <a:bodyPr rtlCol="0"/>
          <a:lstStyle/>
          <a:p>
            <a:fld id="{96587CAC-1091-43F7-90EC-F313F4741B05}"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27F339B5-3A39-4C5C-A3C6-F024B2E562CC}" type="datetimeFigureOut">
              <a:rPr lang="en-US" smtClean="0"/>
              <a:pPr/>
              <a:t>1/2/2020</a:t>
            </a:fld>
            <a:endParaRPr lang="en-US"/>
          </a:p>
        </p:txBody>
      </p:sp>
      <p:sp>
        <p:nvSpPr>
          <p:cNvPr id="18" name="Slide Number Placeholder 17"/>
          <p:cNvSpPr>
            <a:spLocks noGrp="1"/>
          </p:cNvSpPr>
          <p:nvPr>
            <p:ph type="sldNum" sz="quarter" idx="11"/>
          </p:nvPr>
        </p:nvSpPr>
        <p:spPr/>
        <p:txBody>
          <a:bodyPr rtlCol="0"/>
          <a:lstStyle/>
          <a:p>
            <a:fld id="{96587CAC-1091-43F7-90EC-F313F4741B05}"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7F339B5-3A39-4C5C-A3C6-F024B2E562CC}" type="datetimeFigureOut">
              <a:rPr lang="en-US" smtClean="0"/>
              <a:pPr/>
              <a:t>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87CAC-1091-43F7-90EC-F313F4741B0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7F339B5-3A39-4C5C-A3C6-F024B2E562CC}" type="datetimeFigureOut">
              <a:rPr lang="en-US" smtClean="0"/>
              <a:pPr/>
              <a:t>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587CAC-1091-43F7-90EC-F313F4741B0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27F339B5-3A39-4C5C-A3C6-F024B2E562CC}" type="datetimeFigureOut">
              <a:rPr lang="en-US" smtClean="0"/>
              <a:pPr/>
              <a:t>1/2/2020</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96587CAC-1091-43F7-90EC-F313F4741B0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772400" cy="1470025"/>
          </a:xfrm>
        </p:spPr>
        <p:txBody>
          <a:bodyPr/>
          <a:lstStyle/>
          <a:p>
            <a:pPr algn="ctr"/>
            <a:r>
              <a:rPr lang="en-US" sz="4000" u="sng" cap="none"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latin typeface="Algerian" pitchFamily="82" charset="0"/>
              </a:rPr>
              <a:t>DENTAL  MANAGEMENT  SYSTEM</a:t>
            </a:r>
            <a:endParaRPr lang="en-US" u="sng" cap="none" dirty="0">
              <a:ln w="18000">
                <a:solidFill>
                  <a:schemeClr val="accent2">
                    <a:satMod val="140000"/>
                  </a:schemeClr>
                </a:solidFill>
                <a:prstDash val="solid"/>
                <a:miter lim="800000"/>
              </a:ln>
              <a:noFill/>
              <a:effectLst>
                <a:outerShdw blurRad="25500" dist="23000" dir="7020000" algn="tl">
                  <a:srgbClr val="000000">
                    <a:alpha val="50000"/>
                  </a:srgbClr>
                </a:outerShdw>
              </a:effectLst>
              <a:latin typeface="Algerian" pitchFamily="82" charset="0"/>
            </a:endParaRPr>
          </a:p>
        </p:txBody>
      </p:sp>
      <p:sp>
        <p:nvSpPr>
          <p:cNvPr id="3" name="Subtitle 2"/>
          <p:cNvSpPr>
            <a:spLocks noGrp="1"/>
          </p:cNvSpPr>
          <p:nvPr>
            <p:ph type="subTitle" idx="1"/>
          </p:nvPr>
        </p:nvSpPr>
        <p:spPr>
          <a:xfrm>
            <a:off x="2743200" y="2743200"/>
            <a:ext cx="6172200" cy="1371600"/>
          </a:xfrm>
        </p:spPr>
        <p:txBody>
          <a:bodyPr>
            <a:normAutofit/>
          </a:bodyPr>
          <a:lstStyle/>
          <a:p>
            <a:r>
              <a:rPr lang="en-US" sz="2800" i="1" dirty="0" smtClean="0">
                <a:effectLst>
                  <a:outerShdw blurRad="38100" dist="38100" dir="2700000" algn="tl">
                    <a:srgbClr val="000000">
                      <a:alpha val="43137"/>
                    </a:srgbClr>
                  </a:outerShdw>
                </a:effectLst>
                <a:latin typeface="Algerian" pitchFamily="82" charset="0"/>
              </a:rPr>
              <a:t>DONE  BY :</a:t>
            </a:r>
          </a:p>
          <a:p>
            <a:r>
              <a:rPr lang="en-US" sz="2800" i="1" dirty="0" smtClean="0">
                <a:effectLst>
                  <a:outerShdw blurRad="38100" dist="38100" dir="2700000" algn="tl">
                    <a:srgbClr val="000000">
                      <a:alpha val="43137"/>
                    </a:srgbClr>
                  </a:outerShdw>
                </a:effectLst>
                <a:latin typeface="Algerian" pitchFamily="82" charset="0"/>
              </a:rPr>
              <a:t>	T.GOWTHAM</a:t>
            </a:r>
            <a:endParaRPr lang="en-US" sz="2800" i="1" dirty="0">
              <a:effectLst>
                <a:outerShdw blurRad="38100" dist="38100" dir="2700000" algn="tl">
                  <a:srgbClr val="000000">
                    <a:alpha val="43137"/>
                  </a:srgbClr>
                </a:outerShdw>
              </a:effectLst>
              <a:latin typeface="Algerian"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0"/>
            <a:ext cx="19799010" cy="415498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457200" algn="l"/>
              </a:tabLst>
            </a:pPr>
            <a:r>
              <a:rPr kumimoji="0" lang="en-US" sz="1200" b="1" i="0" u="sng" strike="noStrike" cap="none" normalizeH="0" baseline="0" dirty="0" smtClean="0">
                <a:ln>
                  <a:noFill/>
                </a:ln>
                <a:solidFill>
                  <a:schemeClr val="tx1"/>
                </a:solidFill>
                <a:effectLst/>
                <a:latin typeface="Courier New" pitchFamily="49" charset="0"/>
                <a:ea typeface="Calibri" pitchFamily="34" charset="0"/>
                <a:cs typeface="Courier New" pitchFamily="49" charset="0"/>
              </a:rPr>
              <a:t>INSTAATION PROCEDURE</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Dental Management System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1" i="0" u="sng" strike="noStrike" cap="none" normalizeH="0" baseline="0" dirty="0" smtClean="0">
                <a:ln>
                  <a:noFill/>
                </a:ln>
                <a:solidFill>
                  <a:schemeClr val="tx1"/>
                </a:solidFill>
                <a:effectLst/>
                <a:latin typeface="Courier New" pitchFamily="49" charset="0"/>
                <a:ea typeface="Calibri" pitchFamily="34" charset="0"/>
                <a:cs typeface="Courier New" pitchFamily="49" charset="0"/>
              </a:rPr>
              <a:t>Pre-Requisites</a:t>
            </a: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1. You have to have the following </a:t>
            </a:r>
            <a:r>
              <a:rPr kumimoji="0" lang="en-US" sz="1200" b="0" i="0" u="none" strike="noStrike" cap="none" normalizeH="0" baseline="0" dirty="0" err="1" smtClean="0">
                <a:ln>
                  <a:noFill/>
                </a:ln>
                <a:solidFill>
                  <a:schemeClr val="tx1"/>
                </a:solidFill>
                <a:effectLst/>
                <a:latin typeface="Courier New" pitchFamily="49" charset="0"/>
                <a:ea typeface="Calibri" pitchFamily="34" charset="0"/>
                <a:cs typeface="Courier New" pitchFamily="49" charset="0"/>
              </a:rPr>
              <a:t>softwares</a:t>
            </a: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for the successful running of this software; which are</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I) Python (Only for the First time), it is downloadable from 'www.python.org'.</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II) </a:t>
            </a:r>
            <a:r>
              <a:rPr kumimoji="0" lang="en-US" sz="1200" b="0" i="0" u="none" strike="noStrike" cap="none" normalizeH="0" baseline="0" dirty="0" err="1" smtClean="0">
                <a:ln>
                  <a:noFill/>
                </a:ln>
                <a:solidFill>
                  <a:schemeClr val="tx1"/>
                </a:solidFill>
                <a:effectLst/>
                <a:latin typeface="Courier New" pitchFamily="49" charset="0"/>
                <a:ea typeface="Calibri" pitchFamily="34" charset="0"/>
                <a:cs typeface="Courier New" pitchFamily="49" charset="0"/>
              </a:rPr>
              <a:t>MySQL</a:t>
            </a: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(Only for the First time), it is downloadable from 'www.mysql.org'.</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1" i="0" u="sng" strike="noStrike" cap="none" normalizeH="0" baseline="0" dirty="0" smtClean="0">
                <a:ln>
                  <a:noFill/>
                </a:ln>
                <a:solidFill>
                  <a:schemeClr val="tx1"/>
                </a:solidFill>
                <a:effectLst/>
                <a:latin typeface="Courier New" pitchFamily="49" charset="0"/>
                <a:ea typeface="Calibri" pitchFamily="34" charset="0"/>
                <a:cs typeface="Courier New" pitchFamily="49" charset="0"/>
              </a:rPr>
              <a:t>Installation</a:t>
            </a: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1. There will be two folders namely 'Python Files' and 'EXE files'.</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2. The folder 'Python Files' will contain the source code of the software in python language. If you are running the software by the 3rd step mentioned below you have to pre install the following modules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I) </a:t>
            </a:r>
            <a:r>
              <a:rPr kumimoji="0" lang="en-US" sz="1200" b="0" i="0" u="none" strike="noStrike" cap="none" normalizeH="0" baseline="0" dirty="0" err="1" smtClean="0">
                <a:ln>
                  <a:noFill/>
                </a:ln>
                <a:solidFill>
                  <a:schemeClr val="tx1"/>
                </a:solidFill>
                <a:effectLst/>
                <a:latin typeface="Courier New" pitchFamily="49" charset="0"/>
                <a:ea typeface="Calibri" pitchFamily="34" charset="0"/>
                <a:cs typeface="Courier New" pitchFamily="49" charset="0"/>
              </a:rPr>
              <a:t>mysql.connector</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II) </a:t>
            </a:r>
            <a:r>
              <a:rPr kumimoji="0" lang="en-US" sz="1200" b="0" i="0" u="none" strike="noStrike" cap="none" normalizeH="0" baseline="0" dirty="0" err="1" smtClean="0">
                <a:ln>
                  <a:noFill/>
                </a:ln>
                <a:solidFill>
                  <a:schemeClr val="tx1"/>
                </a:solidFill>
                <a:effectLst/>
                <a:latin typeface="Courier New" pitchFamily="49" charset="0"/>
                <a:ea typeface="Calibri" pitchFamily="34" charset="0"/>
                <a:cs typeface="Courier New" pitchFamily="49" charset="0"/>
              </a:rPr>
              <a:t>matplotlib</a:t>
            </a: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3. Open the files in any python editors and run it to start and work on the software.</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4. The folder 'EXE files' will contain two files namely 'main.exe' and 'Tables_in_mysql.exe'.</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5. First run the 'Tables_in_mysql.exe' to create the tables in </a:t>
            </a:r>
            <a:r>
              <a:rPr kumimoji="0" lang="en-US" sz="1200" b="0" i="0" u="none" strike="noStrike" cap="none" normalizeH="0" baseline="0" dirty="0" err="1" smtClean="0">
                <a:ln>
                  <a:noFill/>
                </a:ln>
                <a:solidFill>
                  <a:schemeClr val="tx1"/>
                </a:solidFill>
                <a:effectLst/>
                <a:latin typeface="Courier New" pitchFamily="49" charset="0"/>
                <a:ea typeface="Calibri" pitchFamily="34" charset="0"/>
                <a:cs typeface="Courier New" pitchFamily="49" charset="0"/>
              </a:rPr>
              <a:t>MySQL</a:t>
            </a: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Times New Roman" pitchFamily="18" charset="0"/>
                <a:cs typeface="Courier New" pitchFamily="49" charset="0"/>
              </a:rPr>
              <a:t>Then run the file 'main.exe' to start and work on the software.</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1" i="0" u="sng" strike="noStrike" cap="none" normalizeH="0" baseline="0" dirty="0" smtClean="0">
                <a:ln>
                  <a:noFill/>
                </a:ln>
                <a:solidFill>
                  <a:schemeClr val="tx1"/>
                </a:solidFill>
                <a:effectLst/>
                <a:latin typeface="Courier New" pitchFamily="49" charset="0"/>
                <a:ea typeface="Calibri" pitchFamily="34" charset="0"/>
                <a:cs typeface="Courier New" pitchFamily="49" charset="0"/>
              </a:rPr>
              <a:t>CAUTION</a:t>
            </a: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If you are running the software through running the python files or by running the .exe files ; first run the file named '</a:t>
            </a:r>
            <a:r>
              <a:rPr kumimoji="0" lang="en-US" sz="1200" b="0" i="0" u="none" strike="noStrike" cap="none" normalizeH="0" baseline="0" dirty="0" err="1" smtClean="0">
                <a:ln>
                  <a:noFill/>
                </a:ln>
                <a:solidFill>
                  <a:schemeClr val="tx1"/>
                </a:solidFill>
                <a:effectLst/>
                <a:latin typeface="Courier New" pitchFamily="49" charset="0"/>
                <a:ea typeface="Calibri" pitchFamily="34" charset="0"/>
                <a:cs typeface="Courier New" pitchFamily="49" charset="0"/>
              </a:rPr>
              <a:t>Tables_in_mysql</a:t>
            </a: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1200" b="0" i="0" u="none" strike="noStrike" cap="none" normalizeH="0" baseline="0" dirty="0" smtClean="0">
                <a:ln>
                  <a:noFill/>
                </a:ln>
                <a:solidFill>
                  <a:schemeClr val="tx1"/>
                </a:solidFill>
                <a:effectLst/>
                <a:latin typeface="Courier New" pitchFamily="49" charset="0"/>
                <a:ea typeface="Calibri" pitchFamily="34" charset="0"/>
                <a:cs typeface="Courier New" pitchFamily="49" charset="0"/>
              </a:rPr>
              <a:t>	The .exe file will take a lot of time; so be PATIENT.</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839200" cy="6858000"/>
          </a:xfrm>
        </p:spPr>
        <p:txBody>
          <a:bodyPr>
            <a:noAutofit/>
          </a:bodyPr>
          <a:lstStyle/>
          <a:p>
            <a:r>
              <a:rPr lang="en-IN" sz="1200" b="1" u="sng" dirty="0" smtClean="0">
                <a:latin typeface="Courier New" pitchFamily="49" charset="0"/>
                <a:cs typeface="Courier New" pitchFamily="49" charset="0"/>
              </a:rPr>
              <a:t>INSTALATION PROCEDURE</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Dental Management System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b="1" u="sng" dirty="0" smtClean="0">
                <a:latin typeface="Courier New" pitchFamily="49" charset="0"/>
                <a:cs typeface="Courier New" pitchFamily="49" charset="0"/>
              </a:rPr>
              <a:t>Pre-Requisites</a:t>
            </a: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1. You have to have the following </a:t>
            </a:r>
            <a:r>
              <a:rPr lang="en-IN" sz="1200" dirty="0" err="1" smtClean="0">
                <a:latin typeface="Courier New" pitchFamily="49" charset="0"/>
                <a:cs typeface="Courier New" pitchFamily="49" charset="0"/>
              </a:rPr>
              <a:t>softwares</a:t>
            </a:r>
            <a:r>
              <a:rPr lang="en-IN" sz="1200" dirty="0" smtClean="0">
                <a:latin typeface="Courier New" pitchFamily="49" charset="0"/>
                <a:cs typeface="Courier New" pitchFamily="49" charset="0"/>
              </a:rPr>
              <a:t> for the successful running of this software; which are</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I) Python (Only for the First time), it is downloadable from 'www.python.org'.</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II) </a:t>
            </a:r>
            <a:r>
              <a:rPr lang="en-IN" sz="1200" dirty="0" err="1" smtClean="0">
                <a:latin typeface="Courier New" pitchFamily="49" charset="0"/>
                <a:cs typeface="Courier New" pitchFamily="49" charset="0"/>
              </a:rPr>
              <a:t>MySQL</a:t>
            </a:r>
            <a:r>
              <a:rPr lang="en-IN" sz="1200" dirty="0" smtClean="0">
                <a:latin typeface="Courier New" pitchFamily="49" charset="0"/>
                <a:cs typeface="Courier New" pitchFamily="49" charset="0"/>
              </a:rPr>
              <a:t> (Only for the First time), it is downloadable from 'www.mysql.org'.</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b="1" u="sng" dirty="0" smtClean="0">
                <a:latin typeface="Courier New" pitchFamily="49" charset="0"/>
                <a:cs typeface="Courier New" pitchFamily="49" charset="0"/>
              </a:rPr>
              <a:t>Installation</a:t>
            </a: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1. There will be two folders namely 'Python Files' and 'EXE files'.</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2. The folder 'Python Files' will contain the source code of the software in python language. If you are running the software by the 3rd step mentioned below you have to pre install the following modules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I) </a:t>
            </a:r>
            <a:r>
              <a:rPr lang="en-IN" sz="1200" dirty="0" err="1" smtClean="0">
                <a:latin typeface="Courier New" pitchFamily="49" charset="0"/>
                <a:cs typeface="Courier New" pitchFamily="49" charset="0"/>
              </a:rPr>
              <a:t>mysql.connector</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II) </a:t>
            </a:r>
            <a:r>
              <a:rPr lang="en-IN" sz="1200" dirty="0" err="1" smtClean="0">
                <a:latin typeface="Courier New" pitchFamily="49" charset="0"/>
                <a:cs typeface="Courier New" pitchFamily="49" charset="0"/>
              </a:rPr>
              <a:t>matplotlib</a:t>
            </a:r>
            <a:r>
              <a:rPr lang="en-IN" sz="1200" dirty="0" smtClean="0">
                <a:latin typeface="Courier New" pitchFamily="49" charset="0"/>
                <a:cs typeface="Courier New" pitchFamily="49" charset="0"/>
              </a:rPr>
              <a:t>.</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3. Open the files in any python editors and run it to start and work on the software.</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4. The folder 'EXE files' will contain two files namely 'main.exe' and 'Tables_in_mysql.exe'.</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5. First run the 'Tables_in_mysql.exe' to create the tables in </a:t>
            </a:r>
            <a:r>
              <a:rPr lang="en-IN" sz="1200" dirty="0" err="1" smtClean="0">
                <a:latin typeface="Courier New" pitchFamily="49" charset="0"/>
                <a:cs typeface="Courier New" pitchFamily="49" charset="0"/>
              </a:rPr>
              <a:t>MySQL</a:t>
            </a:r>
            <a:r>
              <a:rPr lang="en-IN" sz="1200" dirty="0" smtClean="0">
                <a:latin typeface="Courier New" pitchFamily="49" charset="0"/>
                <a:cs typeface="Courier New" pitchFamily="49" charset="0"/>
              </a:rPr>
              <a:t>.</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US" sz="1200" dirty="0" smtClean="0">
                <a:latin typeface="Courier New" pitchFamily="49" charset="0"/>
                <a:cs typeface="Courier New" pitchFamily="49" charset="0"/>
              </a:rPr>
              <a:t>Then run the file 'main.exe' to start and work on the software.</a:t>
            </a:r>
            <a:br>
              <a:rPr lang="en-US" sz="1200" dirty="0" smtClean="0">
                <a:latin typeface="Courier New" pitchFamily="49" charset="0"/>
                <a:cs typeface="Courier New" pitchFamily="49" charset="0"/>
              </a:rPr>
            </a:br>
            <a:r>
              <a:rPr lang="en-US" sz="1200" dirty="0" smtClean="0">
                <a:latin typeface="Courier New" pitchFamily="49" charset="0"/>
                <a:cs typeface="Courier New" pitchFamily="49" charset="0"/>
              </a:rPr>
              <a:t> </a:t>
            </a:r>
            <a:br>
              <a:rPr lang="en-US" sz="1200" dirty="0" smtClean="0">
                <a:latin typeface="Courier New" pitchFamily="49" charset="0"/>
                <a:cs typeface="Courier New" pitchFamily="49" charset="0"/>
              </a:rPr>
            </a:br>
            <a:r>
              <a:rPr lang="en-IN" sz="1200" b="1" u="sng" dirty="0" smtClean="0">
                <a:latin typeface="Courier New" pitchFamily="49" charset="0"/>
                <a:cs typeface="Courier New" pitchFamily="49" charset="0"/>
              </a:rPr>
              <a:t>CAUTION</a:t>
            </a:r>
            <a:r>
              <a:rPr lang="en-IN" sz="1200" dirty="0" smtClean="0">
                <a:latin typeface="Courier New" pitchFamily="49" charset="0"/>
                <a:cs typeface="Courier New" pitchFamily="49" charset="0"/>
              </a:rPr>
              <a:t> :-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If you are running the software through running the python files or by running the .exe files ; first run the file named '</a:t>
            </a:r>
            <a:r>
              <a:rPr lang="en-IN" sz="1200" dirty="0" err="1" smtClean="0">
                <a:latin typeface="Courier New" pitchFamily="49" charset="0"/>
                <a:cs typeface="Courier New" pitchFamily="49" charset="0"/>
              </a:rPr>
              <a:t>Tables_in_mysql</a:t>
            </a:r>
            <a:r>
              <a:rPr lang="en-IN" sz="1200" dirty="0" smtClean="0">
                <a:latin typeface="Courier New" pitchFamily="49" charset="0"/>
                <a:cs typeface="Courier New" pitchFamily="49" charset="0"/>
              </a:rPr>
              <a:t>'.</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r>
              <a:rPr lang="en-IN" sz="1200" dirty="0" smtClean="0">
                <a:latin typeface="Courier New" pitchFamily="49" charset="0"/>
                <a:cs typeface="Courier New" pitchFamily="49" charset="0"/>
              </a:rPr>
              <a:t>	The .exe file will take a lot of time; so be PATIENT.</a:t>
            </a:r>
            <a:r>
              <a:rPr lang="en-US" sz="1200" dirty="0" smtClean="0">
                <a:latin typeface="Courier New" pitchFamily="49" charset="0"/>
                <a:cs typeface="Courier New" pitchFamily="49" charset="0"/>
              </a:rPr>
              <a:t/>
            </a:r>
            <a:br>
              <a:rPr lang="en-US" sz="1200" dirty="0" smtClean="0">
                <a:latin typeface="Courier New" pitchFamily="49" charset="0"/>
                <a:cs typeface="Courier New" pitchFamily="49" charset="0"/>
              </a:rPr>
            </a:br>
            <a:endParaRPr lang="en-US" sz="1200" dirty="0">
              <a:latin typeface="Courier New" pitchFamily="49" charset="0"/>
              <a:cs typeface="Courier New" pitchFamily="49"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467600" cy="731838"/>
          </a:xfrm>
        </p:spPr>
        <p:txBody>
          <a:bodyPr>
            <a:noAutofit/>
          </a:bodyPr>
          <a:lstStyle/>
          <a:p>
            <a:r>
              <a:rPr lang="en-US" sz="3600" b="1" dirty="0" smtClean="0">
                <a:latin typeface="Wide Latin" pitchFamily="18" charset="0"/>
              </a:rPr>
              <a:t>INTRODUCTION</a:t>
            </a:r>
            <a:endParaRPr lang="en-US" sz="2400" b="1" dirty="0">
              <a:latin typeface="Wide Latin" pitchFamily="18" charset="0"/>
            </a:endParaRPr>
          </a:p>
        </p:txBody>
      </p:sp>
      <p:sp>
        <p:nvSpPr>
          <p:cNvPr id="3" name="Content Placeholder 2"/>
          <p:cNvSpPr>
            <a:spLocks noGrp="1"/>
          </p:cNvSpPr>
          <p:nvPr>
            <p:ph sz="quarter" idx="1"/>
          </p:nvPr>
        </p:nvSpPr>
        <p:spPr>
          <a:xfrm>
            <a:off x="457200" y="990600"/>
            <a:ext cx="7467600" cy="5483352"/>
          </a:xfrm>
        </p:spPr>
        <p:txBody>
          <a:bodyPr>
            <a:noAutofit/>
          </a:bodyPr>
          <a:lstStyle/>
          <a:p>
            <a:endParaRPr lang="en-US" sz="3600" dirty="0" smtClean="0">
              <a:latin typeface="Matura MT Script Capitals" pitchFamily="66" charset="0"/>
            </a:endParaRPr>
          </a:p>
          <a:p>
            <a:r>
              <a:rPr lang="en-IN" sz="3600" dirty="0" smtClean="0">
                <a:latin typeface="Matura MT Script Capitals" pitchFamily="66" charset="0"/>
              </a:rPr>
              <a:t>The project dental management system is developed with a view of assist dental hospital in their functioning. This project is aimed at providing easy access to the administration about their patient records and their employee records. </a:t>
            </a:r>
            <a:endParaRPr lang="en-US" sz="3600" dirty="0" smtClean="0">
              <a:latin typeface="Matura MT Script Capitals" pitchFamily="66" charset="0"/>
            </a:endParaRPr>
          </a:p>
          <a:p>
            <a:endParaRPr lang="en-US" sz="3600" dirty="0">
              <a:latin typeface="Matura MT Script Capitals" pitchFamily="66"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467600" cy="808038"/>
          </a:xfrm>
        </p:spPr>
        <p:txBody>
          <a:bodyPr>
            <a:normAutofit/>
          </a:bodyPr>
          <a:lstStyle/>
          <a:p>
            <a:pPr algn="ctr"/>
            <a:r>
              <a:rPr lang="en-US" sz="4000" b="1" dirty="0" smtClean="0">
                <a:latin typeface="Wide Latin" pitchFamily="18" charset="0"/>
              </a:rPr>
              <a:t>SOURCE CODE</a:t>
            </a:r>
            <a:endParaRPr lang="en-US" sz="4000" b="1" dirty="0">
              <a:latin typeface="Wide Latin" pitchFamily="18" charset="0"/>
            </a:endParaRPr>
          </a:p>
        </p:txBody>
      </p:sp>
      <p:sp>
        <p:nvSpPr>
          <p:cNvPr id="3" name="Content Placeholder 2"/>
          <p:cNvSpPr>
            <a:spLocks noGrp="1"/>
          </p:cNvSpPr>
          <p:nvPr>
            <p:ph sz="quarter" idx="1"/>
          </p:nvPr>
        </p:nvSpPr>
        <p:spPr>
          <a:xfrm>
            <a:off x="404948" y="1116875"/>
            <a:ext cx="7467600" cy="5330952"/>
          </a:xfrm>
        </p:spPr>
        <p:txBody>
          <a:bodyPr>
            <a:normAutofit fontScale="55000" lnSpcReduction="20000"/>
          </a:bodyPr>
          <a:lstStyle/>
          <a:p>
            <a:pPr>
              <a:buNone/>
            </a:pPr>
            <a:r>
              <a:rPr lang="en-IN" sz="2500" b="1" dirty="0" smtClean="0"/>
              <a:t>if </a:t>
            </a:r>
            <a:r>
              <a:rPr lang="en-IN" sz="2500" b="1" dirty="0" err="1" smtClean="0"/>
              <a:t>conn.is_connected</a:t>
            </a:r>
            <a:r>
              <a:rPr lang="en-IN" sz="2500" b="1" dirty="0" smtClean="0"/>
              <a:t>:</a:t>
            </a:r>
            <a:endParaRPr lang="en-US" sz="2500" dirty="0" smtClean="0"/>
          </a:p>
          <a:p>
            <a:pPr>
              <a:buNone/>
            </a:pPr>
            <a:r>
              <a:rPr lang="en-IN" sz="2500" b="1" dirty="0" smtClean="0"/>
              <a:t>    print("                             Dental Management System              ")</a:t>
            </a:r>
            <a:endParaRPr lang="en-US" sz="2500" dirty="0" smtClean="0"/>
          </a:p>
          <a:p>
            <a:pPr>
              <a:buNone/>
            </a:pPr>
            <a:r>
              <a:rPr lang="en-IN" sz="2500" b="1" dirty="0" smtClean="0"/>
              <a:t>    print("1. Login")</a:t>
            </a:r>
            <a:endParaRPr lang="en-US" sz="2500" dirty="0" smtClean="0"/>
          </a:p>
          <a:p>
            <a:pPr>
              <a:buNone/>
            </a:pPr>
            <a:r>
              <a:rPr lang="en-IN" sz="2500" b="1" dirty="0" smtClean="0"/>
              <a:t>    print("2. Exit")</a:t>
            </a:r>
            <a:endParaRPr lang="en-US" sz="2500" dirty="0" smtClean="0"/>
          </a:p>
          <a:p>
            <a:pPr>
              <a:buNone/>
            </a:pPr>
            <a:r>
              <a:rPr lang="en-IN" sz="2500" b="1" dirty="0" smtClean="0"/>
              <a:t>    print()</a:t>
            </a:r>
            <a:endParaRPr lang="en-US" sz="2500" dirty="0" smtClean="0"/>
          </a:p>
          <a:p>
            <a:pPr>
              <a:buNone/>
            </a:pPr>
            <a:r>
              <a:rPr lang="en-IN" sz="2500" b="1" dirty="0" smtClean="0"/>
              <a:t>    option=</a:t>
            </a:r>
            <a:r>
              <a:rPr lang="en-IN" sz="2500" b="1" dirty="0" err="1" smtClean="0"/>
              <a:t>int</a:t>
            </a:r>
            <a:r>
              <a:rPr lang="en-IN" sz="2500" b="1" dirty="0" smtClean="0"/>
              <a:t>(input("Enter your </a:t>
            </a:r>
            <a:r>
              <a:rPr lang="en-IN" sz="2500" b="1" dirty="0" err="1" smtClean="0"/>
              <a:t>choise</a:t>
            </a:r>
            <a:r>
              <a:rPr lang="en-IN" sz="2500" b="1" dirty="0" smtClean="0"/>
              <a:t> : "))</a:t>
            </a:r>
            <a:endParaRPr lang="en-US" sz="2500" dirty="0" smtClean="0"/>
          </a:p>
          <a:p>
            <a:pPr>
              <a:buNone/>
            </a:pPr>
            <a:r>
              <a:rPr lang="en-IN" sz="2500" b="1" dirty="0" smtClean="0"/>
              <a:t>    if option==1:</a:t>
            </a:r>
            <a:endParaRPr lang="en-US" sz="2500" dirty="0" smtClean="0"/>
          </a:p>
          <a:p>
            <a:pPr>
              <a:buNone/>
            </a:pPr>
            <a:r>
              <a:rPr lang="en-IN" sz="2500" b="1" dirty="0" smtClean="0"/>
              <a:t>        print()</a:t>
            </a:r>
            <a:endParaRPr lang="en-US" sz="2500" dirty="0" smtClean="0"/>
          </a:p>
          <a:p>
            <a:pPr>
              <a:buNone/>
            </a:pPr>
            <a:r>
              <a:rPr lang="en-IN" sz="2500" b="1" dirty="0" smtClean="0"/>
              <a:t>        user=input('User Name : ')</a:t>
            </a:r>
            <a:endParaRPr lang="en-US" sz="2500" dirty="0" smtClean="0"/>
          </a:p>
          <a:p>
            <a:pPr>
              <a:buNone/>
            </a:pPr>
            <a:r>
              <a:rPr lang="en-IN" sz="2500" b="1" dirty="0" smtClean="0"/>
              <a:t>        user=</a:t>
            </a:r>
            <a:r>
              <a:rPr lang="en-IN" sz="2500" b="1" dirty="0" err="1" smtClean="0"/>
              <a:t>user.upper</a:t>
            </a:r>
            <a:r>
              <a:rPr lang="en-IN" sz="2500" b="1" dirty="0" smtClean="0"/>
              <a:t>()</a:t>
            </a:r>
            <a:endParaRPr lang="en-US" sz="2500" dirty="0" smtClean="0"/>
          </a:p>
          <a:p>
            <a:pPr>
              <a:buNone/>
            </a:pPr>
            <a:r>
              <a:rPr lang="en-IN" sz="2500" b="1" dirty="0" smtClean="0"/>
              <a:t>        </a:t>
            </a:r>
            <a:r>
              <a:rPr lang="en-IN" sz="2500" b="1" dirty="0" err="1" smtClean="0"/>
              <a:t>cur.execute</a:t>
            </a:r>
            <a:r>
              <a:rPr lang="en-IN" sz="2500" b="1" dirty="0" smtClean="0"/>
              <a:t>("select * from accounts where </a:t>
            </a:r>
            <a:r>
              <a:rPr lang="en-IN" sz="2500" b="1" dirty="0" err="1" smtClean="0"/>
              <a:t>User_Name</a:t>
            </a:r>
            <a:r>
              <a:rPr lang="en-IN" sz="2500" b="1" dirty="0" smtClean="0"/>
              <a:t> like '" + user + "'")</a:t>
            </a:r>
            <a:endParaRPr lang="en-US" sz="2500" dirty="0" smtClean="0"/>
          </a:p>
          <a:p>
            <a:pPr>
              <a:buNone/>
            </a:pPr>
            <a:r>
              <a:rPr lang="en-IN" sz="2500" b="1" dirty="0" smtClean="0"/>
              <a:t>        </a:t>
            </a:r>
            <a:r>
              <a:rPr lang="en-IN" sz="2500" b="1" dirty="0" err="1" smtClean="0"/>
              <a:t>datas</a:t>
            </a:r>
            <a:r>
              <a:rPr lang="en-IN" sz="2500" b="1" dirty="0" smtClean="0"/>
              <a:t>=</a:t>
            </a:r>
            <a:r>
              <a:rPr lang="en-IN" sz="2500" b="1" dirty="0" err="1" smtClean="0"/>
              <a:t>cur.fetchall</a:t>
            </a:r>
            <a:r>
              <a:rPr lang="en-IN" sz="2500" b="1" dirty="0" smtClean="0"/>
              <a:t>()</a:t>
            </a:r>
            <a:endParaRPr lang="en-US" sz="2500" dirty="0" smtClean="0"/>
          </a:p>
          <a:p>
            <a:pPr>
              <a:buNone/>
            </a:pPr>
            <a:r>
              <a:rPr lang="en-IN" sz="2500" b="1" dirty="0" smtClean="0"/>
              <a:t>        for </a:t>
            </a:r>
            <a:r>
              <a:rPr lang="en-IN" sz="2500" b="1" dirty="0" err="1" smtClean="0"/>
              <a:t>i</a:t>
            </a:r>
            <a:r>
              <a:rPr lang="en-IN" sz="2500" b="1" dirty="0" smtClean="0"/>
              <a:t> in </a:t>
            </a:r>
            <a:r>
              <a:rPr lang="en-IN" sz="2500" b="1" dirty="0" err="1" smtClean="0"/>
              <a:t>datas</a:t>
            </a:r>
            <a:r>
              <a:rPr lang="en-IN" sz="2500" b="1" dirty="0" smtClean="0"/>
              <a:t>:</a:t>
            </a:r>
            <a:endParaRPr lang="en-US" sz="2500" dirty="0" smtClean="0"/>
          </a:p>
          <a:p>
            <a:pPr>
              <a:buNone/>
            </a:pPr>
            <a:r>
              <a:rPr lang="en-IN" sz="2500" b="1" dirty="0" smtClean="0"/>
              <a:t>            value_1=</a:t>
            </a:r>
            <a:r>
              <a:rPr lang="en-IN" sz="2500" b="1" dirty="0" err="1" smtClean="0"/>
              <a:t>i</a:t>
            </a:r>
            <a:r>
              <a:rPr lang="en-IN" sz="2500" b="1" dirty="0" smtClean="0"/>
              <a:t>[0]</a:t>
            </a:r>
            <a:endParaRPr lang="en-US" sz="2500" dirty="0" smtClean="0"/>
          </a:p>
          <a:p>
            <a:pPr>
              <a:buNone/>
            </a:pPr>
            <a:r>
              <a:rPr lang="en-IN" sz="2500" b="1" dirty="0" smtClean="0"/>
              <a:t>            value_2=</a:t>
            </a:r>
            <a:r>
              <a:rPr lang="en-IN" sz="2500" b="1" dirty="0" err="1" smtClean="0"/>
              <a:t>i</a:t>
            </a:r>
            <a:r>
              <a:rPr lang="en-IN" sz="2500" b="1" dirty="0" smtClean="0"/>
              <a:t>[1]</a:t>
            </a:r>
            <a:endParaRPr lang="en-US" sz="2500" dirty="0" smtClean="0"/>
          </a:p>
          <a:p>
            <a:pPr>
              <a:buNone/>
            </a:pPr>
            <a:r>
              <a:rPr lang="en-IN" sz="2500" b="1" dirty="0" smtClean="0"/>
              <a:t>        if user==value_1:</a:t>
            </a:r>
            <a:endParaRPr lang="en-US" sz="2500" dirty="0" smtClean="0"/>
          </a:p>
          <a:p>
            <a:pPr>
              <a:buNone/>
            </a:pPr>
            <a:r>
              <a:rPr lang="en-IN" sz="2500" b="1" dirty="0" smtClean="0"/>
              <a:t>            password=input('Password : ')</a:t>
            </a:r>
            <a:endParaRPr lang="en-US" sz="2500" dirty="0" smtClean="0"/>
          </a:p>
          <a:p>
            <a:pPr>
              <a:buNone/>
            </a:pPr>
            <a:r>
              <a:rPr lang="en-IN" sz="2500" b="1" dirty="0" smtClean="0"/>
              <a:t>            password=</a:t>
            </a:r>
            <a:r>
              <a:rPr lang="en-IN" sz="2500" b="1" dirty="0" err="1" smtClean="0"/>
              <a:t>password.upper</a:t>
            </a:r>
            <a:r>
              <a:rPr lang="en-IN" sz="2500" b="1" dirty="0" smtClean="0"/>
              <a:t>()</a:t>
            </a:r>
            <a:endParaRPr lang="en-US" sz="2500" dirty="0" smtClean="0"/>
          </a:p>
          <a:p>
            <a:pPr>
              <a:buNone/>
            </a:pPr>
            <a:r>
              <a:rPr lang="en-IN" sz="2500" b="1" dirty="0" smtClean="0"/>
              <a:t>            if password==value_2:</a:t>
            </a:r>
            <a:endParaRPr lang="en-US" sz="2500" dirty="0" smtClean="0"/>
          </a:p>
          <a:p>
            <a:pPr>
              <a:buNone/>
            </a:pPr>
            <a:r>
              <a:rPr lang="en-IN" sz="2500" b="1" dirty="0" smtClean="0"/>
              <a:t>                print()</a:t>
            </a:r>
            <a:endParaRPr lang="en-US" sz="2500" dirty="0" smtClean="0"/>
          </a:p>
          <a:p>
            <a:pPr>
              <a:buNone/>
            </a:pPr>
            <a:r>
              <a:rPr lang="en-IN" sz="2500" b="1" dirty="0" smtClean="0"/>
              <a:t>                print('Login </a:t>
            </a:r>
            <a:r>
              <a:rPr lang="en-IN" sz="2500" b="1" dirty="0" err="1" smtClean="0"/>
              <a:t>succefull</a:t>
            </a:r>
            <a:r>
              <a:rPr lang="en-IN" sz="2500" b="1" dirty="0" smtClean="0"/>
              <a:t>')</a:t>
            </a:r>
            <a:endParaRPr lang="en-US" sz="2500" dirty="0" smtClean="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467600" cy="808038"/>
          </a:xfrm>
        </p:spPr>
        <p:txBody>
          <a:bodyPr>
            <a:normAutofit/>
          </a:bodyPr>
          <a:lstStyle/>
          <a:p>
            <a:pPr algn="ctr"/>
            <a:r>
              <a:rPr lang="en-US" sz="3600" b="1" dirty="0" smtClean="0">
                <a:latin typeface="Wide Latin" pitchFamily="18" charset="0"/>
              </a:rPr>
              <a:t>OUTPUT</a:t>
            </a:r>
            <a:endParaRPr lang="en-US" sz="3600" b="1" dirty="0">
              <a:latin typeface="Wide Latin" pitchFamily="18" charset="0"/>
            </a:endParaRPr>
          </a:p>
        </p:txBody>
      </p:sp>
      <p:pic>
        <p:nvPicPr>
          <p:cNvPr id="4" name="Content Placeholder 3"/>
          <p:cNvPicPr>
            <a:picLocks noGrp="1"/>
          </p:cNvPicPr>
          <p:nvPr>
            <p:ph sz="quarter" idx="1"/>
          </p:nvPr>
        </p:nvPicPr>
        <p:blipFill>
          <a:blip r:embed="rId2"/>
          <a:srcRect/>
          <a:stretch>
            <a:fillRect/>
          </a:stretch>
        </p:blipFill>
        <p:spPr bwMode="auto">
          <a:xfrm>
            <a:off x="457200" y="1143000"/>
            <a:ext cx="8229600" cy="5193011"/>
          </a:xfrm>
          <a:prstGeom prst="rect">
            <a:avLst/>
          </a:prstGeom>
          <a:noFill/>
          <a:ln w="9525">
            <a:noFill/>
            <a:miter lim="800000"/>
            <a:headEnd/>
            <a:tailEnd/>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22</TotalTime>
  <Words>172</Words>
  <Application>Microsoft Office PowerPoint</Application>
  <PresentationFormat>On-screen Show (4:3)</PresentationFormat>
  <Paragraphs>52</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Oriel</vt:lpstr>
      <vt:lpstr>DENTAL  MANAGEMENT  SYSTEM</vt:lpstr>
      <vt:lpstr>Slide 2</vt:lpstr>
      <vt:lpstr>INSTALATION PROCEDURE Dental Management System :-   Pre-Requisites :-    1. You have to have the following softwares for the successful running of this software; which are     I) Python (Only for the First time), it is downloadable from 'www.python.org'.     II) MySQL (Only for the First time), it is downloadable from 'www.mysql.org'. Installation :-  1. There will be two folders namely 'Python Files' and 'EXE files'.    2. The folder 'Python Files' will contain the source code of the software in python language. If you are running the software by the 3rd step mentioned below you have to pre install the following modules :-      I) mysql.connector     II) matplotlib.    3. Open the files in any python editors and run it to start and work on the software.    4. The folder 'EXE files' will contain two files namely 'main.exe' and 'Tables_in_mysql.exe'.    5. First run the 'Tables_in_mysql.exe' to create the tables in MySQL.   Then run the file 'main.exe' to start and work on the software.   CAUTION :-    If you are running the software through running the python files or by running the .exe files ; first run the file named 'Tables_in_mysql'.       The .exe file will take a lot of time; so be PATIENT. </vt:lpstr>
      <vt:lpstr>INTRODUCTION</vt:lpstr>
      <vt:lpstr>SOURCE CODE</vt:lpstr>
      <vt:lpstr>OUTPUT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DENTAL  MANAGEMENT  SYSTEM</dc:title>
  <dc:creator>admin</dc:creator>
  <cp:lastModifiedBy>admin</cp:lastModifiedBy>
  <cp:revision>4</cp:revision>
  <dcterms:created xsi:type="dcterms:W3CDTF">2020-01-02T05:11:18Z</dcterms:created>
  <dcterms:modified xsi:type="dcterms:W3CDTF">2020-01-02T05:36:25Z</dcterms:modified>
</cp:coreProperties>
</file>